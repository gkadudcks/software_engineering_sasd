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85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789665-A507-3AFD-491F-0F9036DBE7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D30133E-DEEE-1A4C-D2CB-63CC0410C4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79AC3BB-6F51-DDE5-BDBB-357686291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F8B48-8B8F-4D81-92AD-ACE89C77CDEA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CDC19F-94B1-4A06-93D9-ACFC06175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B02A508-C65C-AC92-1EF2-78AE87858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A2FD9-6A4D-42DC-AF0D-2AD7B5833E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70462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67E7ED-34CA-37BC-25C7-357EA1C45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5E80356-1339-D135-E1F0-2713C22156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13FDB5-5464-0C64-25D2-CC3A51E6F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F8B48-8B8F-4D81-92AD-ACE89C77CDEA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0CF7CF-EB54-AE16-C420-0DB0AD80D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527AE51-D439-7857-9C1B-1093046EB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A2FD9-6A4D-42DC-AF0D-2AD7B5833E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8723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85C4D4-D68C-D1D7-2FD7-469EBA4DD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A8681AA-7221-A22B-9C4A-0005D236F0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760C9A-5CAE-9731-585A-35422A09C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F8B48-8B8F-4D81-92AD-ACE89C77CDEA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8A727D0-3B3D-9C91-C3D3-60E34EA71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1ECBC1E-1887-2137-EB19-A45FF501F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A2FD9-6A4D-42DC-AF0D-2AD7B5833E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4647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0138C2-CC42-A0E8-E3F6-8D31F31CB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C5B2165-7625-9C36-DC03-4A9B0C273D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1DB8998-B6F1-601D-D67B-5E3D63D19D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9122412-5D51-DC73-F49A-8166737F2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F8B48-8B8F-4D81-92AD-ACE89C77CDEA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FB1C6B9-4406-A1F6-F2D6-851E00A76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721D67F-664E-FAEF-7FDB-46A81A5FB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A2FD9-6A4D-42DC-AF0D-2AD7B5833E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7913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943290-26C6-865C-BAEF-53358C875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F696D70-E2F1-276D-6FB1-AD5299928D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51FADDE-4F04-600A-3012-1D0BEA6623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45BD3F3-BD5E-1D24-10F6-AF641D0B21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B70479D-F85F-C219-E23B-3A03764C5B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CFE4D47-AAC5-B53F-32AC-345520A8D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F8B48-8B8F-4D81-92AD-ACE89C77CDEA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2EB2C9B-A854-9CEE-238D-A67BAE21A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CA5C4C5-3D31-F54A-CD48-76874FE48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A2FD9-6A4D-42DC-AF0D-2AD7B5833E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232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56AF34-24D1-036B-F52B-3AB287BEF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9ABAD76-92A3-9843-1914-09F7B7E4A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F8B48-8B8F-4D81-92AD-ACE89C77CDEA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B1A86FA-C4A1-2D73-28C7-348ADF505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6897F02-7CA9-3BC6-FD20-ACBB06A8B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A2FD9-6A4D-42DC-AF0D-2AD7B5833E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8475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1C8C821-3594-9089-3EF7-26089F429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F8B48-8B8F-4D81-92AD-ACE89C77CDEA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31F920A-AD84-C8C6-714B-01D70DE06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02B9A46-9318-CC73-698D-1FFDA6F5C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A2FD9-6A4D-42DC-AF0D-2AD7B5833E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180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54A970-D4A6-1F6D-270C-39F7B5D71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0DEDE91-4BEF-2734-06DD-476198AD9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379F177-E979-1890-3DC4-373448C93B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949F77F-7A6F-2448-E650-FAD64D45B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F8B48-8B8F-4D81-92AD-ACE89C77CDEA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5EEE2CF-20DC-6596-BE06-49EB590C8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CE73EED-E919-F411-B276-49F52D32E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A2FD9-6A4D-42DC-AF0D-2AD7B5833E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5619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78993C-E072-0BFD-7759-CB2FC3C6B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87DE3E9-987B-B43B-E506-7D492B7850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2ED938F-FBB0-A7AE-D328-459890F89E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8D19851-9F07-DAD2-F981-3F3D30677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F8B48-8B8F-4D81-92AD-ACE89C77CDEA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8A7B819-BBAD-1F7B-931B-E43FBA79C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C2B842C-E86E-5E51-F00F-9E28187E9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A2FD9-6A4D-42DC-AF0D-2AD7B5833E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981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4E3C76-F53D-37FB-47A3-7213B91D6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5D3C908-6048-E5AD-4974-F8F4E21A7B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AECE828-CA0E-594A-5CB4-936CF1A1F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F8B48-8B8F-4D81-92AD-ACE89C77CDEA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DD8FAE0-16AD-84FF-226C-1F0382E79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B311D85-8D0B-AF63-100F-7A3B980FB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A2FD9-6A4D-42DC-AF0D-2AD7B5833E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9660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1A73259-1AC9-F3A1-1076-2C439AD11B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8CD8EAA-B81C-AAA6-FE57-423666E16C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4BB5264-68B0-BF53-AF91-039797866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F8B48-8B8F-4D81-92AD-ACE89C77CDEA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5B804E3-8CE5-F6C3-875F-EA8E7A1E8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B40AF6E-1882-0400-7DAB-1D275BD87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A2FD9-6A4D-42DC-AF0D-2AD7B5833E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6235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2EEC44C-0C0A-31FB-6BBC-CC39BA057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439D421-7925-FCA2-B203-7B8C859E74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A431B7-AA76-EE0E-4B58-4DA926FEF0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FF8B48-8B8F-4D81-92AD-ACE89C77CDEA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253B15F-0566-DC35-E48D-1980D5EE25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F250D7-AA9E-4321-3D72-64A8B9CCE2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BA2FD9-6A4D-42DC-AF0D-2AD7B5833E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8918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77C64E3-2E20-72EA-7A4F-BD58DE38D3DA}"/>
              </a:ext>
            </a:extLst>
          </p:cNvPr>
          <p:cNvSpPr txBox="1"/>
          <p:nvPr/>
        </p:nvSpPr>
        <p:spPr>
          <a:xfrm>
            <a:off x="270294" y="207033"/>
            <a:ext cx="38177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Structured Charts</a:t>
            </a:r>
            <a:endParaRPr lang="ko-KR" altLang="en-US" sz="2400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8032B50-38ED-58C1-92B9-D5987D23B4EE}"/>
              </a:ext>
            </a:extLst>
          </p:cNvPr>
          <p:cNvSpPr/>
          <p:nvPr/>
        </p:nvSpPr>
        <p:spPr>
          <a:xfrm>
            <a:off x="5371775" y="1040921"/>
            <a:ext cx="1448450" cy="4083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Main</a:t>
            </a:r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9D9A412-225A-F178-A938-BC9CE8D5DD6B}"/>
              </a:ext>
            </a:extLst>
          </p:cNvPr>
          <p:cNvSpPr/>
          <p:nvPr/>
        </p:nvSpPr>
        <p:spPr>
          <a:xfrm>
            <a:off x="5371775" y="1940944"/>
            <a:ext cx="1448450" cy="4083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Controller</a:t>
            </a:r>
            <a:endParaRPr lang="ko-KR" altLang="en-US" dirty="0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9D2C06B4-CCBC-9BE5-FC30-BD219B531A09}"/>
              </a:ext>
            </a:extLst>
          </p:cNvPr>
          <p:cNvCxnSpPr>
            <a:stCxn id="5" idx="2"/>
            <a:endCxn id="7" idx="0"/>
          </p:cNvCxnSpPr>
          <p:nvPr/>
        </p:nvCxnSpPr>
        <p:spPr>
          <a:xfrm>
            <a:off x="6096000" y="1449238"/>
            <a:ext cx="0" cy="4917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C405E30-9A7C-A60D-A591-D4AD93DA744D}"/>
              </a:ext>
            </a:extLst>
          </p:cNvPr>
          <p:cNvSpPr/>
          <p:nvPr/>
        </p:nvSpPr>
        <p:spPr>
          <a:xfrm>
            <a:off x="1282460" y="3301041"/>
            <a:ext cx="1426234" cy="4616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Determine</a:t>
            </a:r>
          </a:p>
          <a:p>
            <a:pPr algn="ctr"/>
            <a:r>
              <a:rPr lang="en-US" altLang="ko-KR" sz="1100" dirty="0"/>
              <a:t>Obstacle Location</a:t>
            </a:r>
            <a:endParaRPr lang="ko-KR" altLang="en-US" sz="1100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92CAEF4-9D18-9D01-2540-D936EA17ED24}"/>
              </a:ext>
            </a:extLst>
          </p:cNvPr>
          <p:cNvSpPr/>
          <p:nvPr/>
        </p:nvSpPr>
        <p:spPr>
          <a:xfrm>
            <a:off x="3374888" y="3301041"/>
            <a:ext cx="1426234" cy="4616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Determine</a:t>
            </a:r>
          </a:p>
          <a:p>
            <a:pPr algn="ctr"/>
            <a:r>
              <a:rPr lang="en-US" altLang="ko-KR" sz="1100" dirty="0"/>
              <a:t>Dust Existence</a:t>
            </a:r>
            <a:endParaRPr lang="ko-KR" altLang="en-US" sz="1100" dirty="0"/>
          </a:p>
        </p:txBody>
      </p:sp>
      <p:sp>
        <p:nvSpPr>
          <p:cNvPr id="13" name="순서도: 종속 처리 12">
            <a:extLst>
              <a:ext uri="{FF2B5EF4-FFF2-40B4-BE49-F238E27FC236}">
                <a16:creationId xmlns:a16="http://schemas.microsoft.com/office/drawing/2014/main" id="{C4FA86FC-C2F1-98B6-D448-9AE0A12EEB8E}"/>
              </a:ext>
            </a:extLst>
          </p:cNvPr>
          <p:cNvSpPr/>
          <p:nvPr/>
        </p:nvSpPr>
        <p:spPr>
          <a:xfrm>
            <a:off x="471577" y="4675517"/>
            <a:ext cx="810883" cy="385313"/>
          </a:xfrm>
          <a:prstGeom prst="flowChartPredefinedProcess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/>
              <a:t>Front Sensor Interface</a:t>
            </a:r>
            <a:endParaRPr lang="ko-KR" altLang="en-US" sz="700" dirty="0"/>
          </a:p>
        </p:txBody>
      </p:sp>
      <p:sp>
        <p:nvSpPr>
          <p:cNvPr id="15" name="순서도: 종속 처리 14">
            <a:extLst>
              <a:ext uri="{FF2B5EF4-FFF2-40B4-BE49-F238E27FC236}">
                <a16:creationId xmlns:a16="http://schemas.microsoft.com/office/drawing/2014/main" id="{B00ABB19-12CD-26B1-DF21-14F81383C39B}"/>
              </a:ext>
            </a:extLst>
          </p:cNvPr>
          <p:cNvSpPr/>
          <p:nvPr/>
        </p:nvSpPr>
        <p:spPr>
          <a:xfrm>
            <a:off x="1581508" y="4675517"/>
            <a:ext cx="810883" cy="385313"/>
          </a:xfrm>
          <a:prstGeom prst="flowChartPredefinedProcess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/>
              <a:t>Left Sensor Interface</a:t>
            </a:r>
            <a:endParaRPr lang="ko-KR" altLang="en-US" sz="700" dirty="0"/>
          </a:p>
        </p:txBody>
      </p:sp>
      <p:sp>
        <p:nvSpPr>
          <p:cNvPr id="17" name="순서도: 종속 처리 16">
            <a:extLst>
              <a:ext uri="{FF2B5EF4-FFF2-40B4-BE49-F238E27FC236}">
                <a16:creationId xmlns:a16="http://schemas.microsoft.com/office/drawing/2014/main" id="{990EA521-76FB-0E62-1A9C-DD8B445C79DB}"/>
              </a:ext>
            </a:extLst>
          </p:cNvPr>
          <p:cNvSpPr/>
          <p:nvPr/>
        </p:nvSpPr>
        <p:spPr>
          <a:xfrm>
            <a:off x="2708694" y="4675516"/>
            <a:ext cx="810883" cy="385313"/>
          </a:xfrm>
          <a:prstGeom prst="flowChartPredefinedProcess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/>
              <a:t>Right Sensor Interface</a:t>
            </a:r>
            <a:endParaRPr lang="ko-KR" altLang="en-US" sz="700" dirty="0"/>
          </a:p>
        </p:txBody>
      </p:sp>
      <p:sp>
        <p:nvSpPr>
          <p:cNvPr id="19" name="순서도: 종속 처리 18">
            <a:extLst>
              <a:ext uri="{FF2B5EF4-FFF2-40B4-BE49-F238E27FC236}">
                <a16:creationId xmlns:a16="http://schemas.microsoft.com/office/drawing/2014/main" id="{835052B5-650E-F4A4-3E5F-5CF8D1447479}"/>
              </a:ext>
            </a:extLst>
          </p:cNvPr>
          <p:cNvSpPr/>
          <p:nvPr/>
        </p:nvSpPr>
        <p:spPr>
          <a:xfrm>
            <a:off x="3818625" y="4675515"/>
            <a:ext cx="810883" cy="385313"/>
          </a:xfrm>
          <a:prstGeom prst="flowChartPredefinedProcess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/>
              <a:t>Dust Sensor Interface</a:t>
            </a:r>
            <a:endParaRPr lang="ko-KR" altLang="en-US" sz="700" dirty="0"/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6A0B5E31-C2FB-3311-1A0F-E6569ABA2A88}"/>
              </a:ext>
            </a:extLst>
          </p:cNvPr>
          <p:cNvCxnSpPr>
            <a:stCxn id="10" idx="2"/>
            <a:endCxn id="15" idx="0"/>
          </p:cNvCxnSpPr>
          <p:nvPr/>
        </p:nvCxnSpPr>
        <p:spPr>
          <a:xfrm flipH="1">
            <a:off x="1986950" y="3762706"/>
            <a:ext cx="8627" cy="9128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73FA716D-5CC1-A75C-22F5-85270869736A}"/>
              </a:ext>
            </a:extLst>
          </p:cNvPr>
          <p:cNvCxnSpPr>
            <a:endCxn id="13" idx="0"/>
          </p:cNvCxnSpPr>
          <p:nvPr/>
        </p:nvCxnSpPr>
        <p:spPr>
          <a:xfrm>
            <a:off x="877018" y="4169434"/>
            <a:ext cx="1" cy="5060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DA8846B7-ECFB-DD84-C3A7-3615E50EA93C}"/>
              </a:ext>
            </a:extLst>
          </p:cNvPr>
          <p:cNvCxnSpPr>
            <a:cxnSpLocks/>
            <a:endCxn id="17" idx="0"/>
          </p:cNvCxnSpPr>
          <p:nvPr/>
        </p:nvCxnSpPr>
        <p:spPr>
          <a:xfrm>
            <a:off x="3105507" y="4169432"/>
            <a:ext cx="8629" cy="5060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314C7D45-BE5D-1E31-44C0-149F0CCE356D}"/>
              </a:ext>
            </a:extLst>
          </p:cNvPr>
          <p:cNvCxnSpPr/>
          <p:nvPr/>
        </p:nvCxnSpPr>
        <p:spPr>
          <a:xfrm>
            <a:off x="877018" y="4169432"/>
            <a:ext cx="223711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6826A3A9-D48A-554C-E4DD-30E96418969B}"/>
              </a:ext>
            </a:extLst>
          </p:cNvPr>
          <p:cNvCxnSpPr>
            <a:stCxn id="12" idx="2"/>
          </p:cNvCxnSpPr>
          <p:nvPr/>
        </p:nvCxnSpPr>
        <p:spPr>
          <a:xfrm>
            <a:off x="4088005" y="3762706"/>
            <a:ext cx="0" cy="45640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DDCDEAA8-023A-E22D-6EA1-A4E0196A8F40}"/>
              </a:ext>
            </a:extLst>
          </p:cNvPr>
          <p:cNvCxnSpPr/>
          <p:nvPr/>
        </p:nvCxnSpPr>
        <p:spPr>
          <a:xfrm>
            <a:off x="4088005" y="4219111"/>
            <a:ext cx="22520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735F831D-916A-4323-912A-772645E1D4A2}"/>
              </a:ext>
            </a:extLst>
          </p:cNvPr>
          <p:cNvCxnSpPr>
            <a:endCxn id="19" idx="0"/>
          </p:cNvCxnSpPr>
          <p:nvPr/>
        </p:nvCxnSpPr>
        <p:spPr>
          <a:xfrm flipH="1">
            <a:off x="4224067" y="4219111"/>
            <a:ext cx="106393" cy="4564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A0EC8593-C486-763A-84EB-61CF93C8FEEF}"/>
              </a:ext>
            </a:extLst>
          </p:cNvPr>
          <p:cNvCxnSpPr>
            <a:stCxn id="7" idx="1"/>
            <a:endCxn id="10" idx="0"/>
          </p:cNvCxnSpPr>
          <p:nvPr/>
        </p:nvCxnSpPr>
        <p:spPr>
          <a:xfrm flipH="1">
            <a:off x="1995577" y="2145103"/>
            <a:ext cx="3376198" cy="11559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697B725B-F5D1-F7E8-3399-0E0DD1069198}"/>
              </a:ext>
            </a:extLst>
          </p:cNvPr>
          <p:cNvCxnSpPr>
            <a:cxnSpLocks/>
          </p:cNvCxnSpPr>
          <p:nvPr/>
        </p:nvCxnSpPr>
        <p:spPr>
          <a:xfrm flipH="1">
            <a:off x="4115994" y="2168944"/>
            <a:ext cx="1283770" cy="11559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타원 42">
            <a:extLst>
              <a:ext uri="{FF2B5EF4-FFF2-40B4-BE49-F238E27FC236}">
                <a16:creationId xmlns:a16="http://schemas.microsoft.com/office/drawing/2014/main" id="{21C5144B-A811-463A-4BF0-892D5CD78FF8}"/>
              </a:ext>
            </a:extLst>
          </p:cNvPr>
          <p:cNvSpPr/>
          <p:nvPr/>
        </p:nvSpPr>
        <p:spPr>
          <a:xfrm>
            <a:off x="2340634" y="2674189"/>
            <a:ext cx="230038" cy="220126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8E90DEB0-928D-39C5-A241-056C7FA38C7E}"/>
              </a:ext>
            </a:extLst>
          </p:cNvPr>
          <p:cNvSpPr/>
          <p:nvPr/>
        </p:nvSpPr>
        <p:spPr>
          <a:xfrm>
            <a:off x="3935605" y="2826589"/>
            <a:ext cx="230038" cy="220126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BC7012C3-5ED8-4FBD-1C8F-8E742E8C86C9}"/>
              </a:ext>
            </a:extLst>
          </p:cNvPr>
          <p:cNvCxnSpPr>
            <a:stCxn id="43" idx="6"/>
          </p:cNvCxnSpPr>
          <p:nvPr/>
        </p:nvCxnSpPr>
        <p:spPr>
          <a:xfrm flipV="1">
            <a:off x="2570672" y="2633932"/>
            <a:ext cx="414068" cy="1503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9EC0E3C6-A852-2994-D68B-8521D7F2BCA8}"/>
              </a:ext>
            </a:extLst>
          </p:cNvPr>
          <p:cNvCxnSpPr>
            <a:stCxn id="45" idx="0"/>
          </p:cNvCxnSpPr>
          <p:nvPr/>
        </p:nvCxnSpPr>
        <p:spPr>
          <a:xfrm flipV="1">
            <a:off x="4050624" y="2628181"/>
            <a:ext cx="509874" cy="1984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795AA1FF-B7DD-00B5-8849-BE5F4202E70D}"/>
              </a:ext>
            </a:extLst>
          </p:cNvPr>
          <p:cNvSpPr txBox="1"/>
          <p:nvPr/>
        </p:nvSpPr>
        <p:spPr>
          <a:xfrm>
            <a:off x="1942005" y="2433876"/>
            <a:ext cx="947695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/>
              <a:t>Obstacle Location</a:t>
            </a:r>
            <a:endParaRPr lang="ko-KR" altLang="en-US" sz="700" b="1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AE20665-562D-C337-1D75-B32563BC6D87}"/>
              </a:ext>
            </a:extLst>
          </p:cNvPr>
          <p:cNvSpPr txBox="1"/>
          <p:nvPr/>
        </p:nvSpPr>
        <p:spPr>
          <a:xfrm>
            <a:off x="3278757" y="3045068"/>
            <a:ext cx="80983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/>
              <a:t>Dust Existence</a:t>
            </a:r>
            <a:endParaRPr lang="ko-KR" altLang="en-US" sz="700" b="1" dirty="0"/>
          </a:p>
        </p:txBody>
      </p:sp>
      <p:sp>
        <p:nvSpPr>
          <p:cNvPr id="58" name="다이아몬드 57">
            <a:extLst>
              <a:ext uri="{FF2B5EF4-FFF2-40B4-BE49-F238E27FC236}">
                <a16:creationId xmlns:a16="http://schemas.microsoft.com/office/drawing/2014/main" id="{446FFCFC-5AD7-FF80-C633-2E7B3748E97F}"/>
              </a:ext>
            </a:extLst>
          </p:cNvPr>
          <p:cNvSpPr/>
          <p:nvPr/>
        </p:nvSpPr>
        <p:spPr>
          <a:xfrm>
            <a:off x="5988047" y="2349261"/>
            <a:ext cx="192975" cy="290418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51CB9392-B0D3-8269-F8C5-8D8CD30A4317}"/>
              </a:ext>
            </a:extLst>
          </p:cNvPr>
          <p:cNvSpPr/>
          <p:nvPr/>
        </p:nvSpPr>
        <p:spPr>
          <a:xfrm>
            <a:off x="5371775" y="4671265"/>
            <a:ext cx="908649" cy="4564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Move Forward</a:t>
            </a:r>
            <a:endParaRPr lang="ko-KR" altLang="en-US" sz="1100" dirty="0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1FD2CD24-4586-7909-752A-445D210C8642}"/>
              </a:ext>
            </a:extLst>
          </p:cNvPr>
          <p:cNvSpPr/>
          <p:nvPr/>
        </p:nvSpPr>
        <p:spPr>
          <a:xfrm>
            <a:off x="6444326" y="4671265"/>
            <a:ext cx="908649" cy="4564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Turn Left</a:t>
            </a:r>
            <a:endParaRPr lang="ko-KR" altLang="en-US" sz="1100" dirty="0"/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71F8F75F-5C66-C4BA-2202-11C77103CA0A}"/>
              </a:ext>
            </a:extLst>
          </p:cNvPr>
          <p:cNvSpPr/>
          <p:nvPr/>
        </p:nvSpPr>
        <p:spPr>
          <a:xfrm>
            <a:off x="9765495" y="4674138"/>
            <a:ext cx="908649" cy="4564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Cleaner Controller</a:t>
            </a:r>
            <a:endParaRPr lang="ko-KR" altLang="en-US" sz="1100" dirty="0"/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2B9BD1F0-B861-80C8-2D27-CBBA61790C80}"/>
              </a:ext>
            </a:extLst>
          </p:cNvPr>
          <p:cNvSpPr/>
          <p:nvPr/>
        </p:nvSpPr>
        <p:spPr>
          <a:xfrm>
            <a:off x="8649813" y="4671265"/>
            <a:ext cx="908649" cy="4564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Move Backward</a:t>
            </a:r>
            <a:endParaRPr lang="ko-KR" altLang="en-US" sz="1100" dirty="0"/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8CA3BF92-AE37-09A6-8660-790E34954925}"/>
              </a:ext>
            </a:extLst>
          </p:cNvPr>
          <p:cNvSpPr/>
          <p:nvPr/>
        </p:nvSpPr>
        <p:spPr>
          <a:xfrm>
            <a:off x="7511128" y="4671265"/>
            <a:ext cx="908649" cy="4564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Turn Right </a:t>
            </a:r>
            <a:endParaRPr lang="ko-KR" altLang="en-US" sz="1100" dirty="0"/>
          </a:p>
        </p:txBody>
      </p: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6EAA330E-6764-F546-7CDB-128A057EB619}"/>
              </a:ext>
            </a:extLst>
          </p:cNvPr>
          <p:cNvCxnSpPr>
            <a:stCxn id="58" idx="2"/>
            <a:endCxn id="59" idx="0"/>
          </p:cNvCxnSpPr>
          <p:nvPr/>
        </p:nvCxnSpPr>
        <p:spPr>
          <a:xfrm flipH="1">
            <a:off x="5826100" y="2639679"/>
            <a:ext cx="258435" cy="20315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AC7AC540-D425-3689-A318-32D15E71CF37}"/>
              </a:ext>
            </a:extLst>
          </p:cNvPr>
          <p:cNvCxnSpPr>
            <a:stCxn id="58" idx="2"/>
            <a:endCxn id="61" idx="0"/>
          </p:cNvCxnSpPr>
          <p:nvPr/>
        </p:nvCxnSpPr>
        <p:spPr>
          <a:xfrm>
            <a:off x="6084535" y="2639679"/>
            <a:ext cx="814116" cy="20315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8FF8F9EB-5A25-982B-A755-D4CF2CB4943B}"/>
              </a:ext>
            </a:extLst>
          </p:cNvPr>
          <p:cNvCxnSpPr>
            <a:stCxn id="58" idx="2"/>
            <a:endCxn id="67" idx="0"/>
          </p:cNvCxnSpPr>
          <p:nvPr/>
        </p:nvCxnSpPr>
        <p:spPr>
          <a:xfrm>
            <a:off x="6084535" y="2639679"/>
            <a:ext cx="1880918" cy="20315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직선 화살표 연결선 74">
            <a:extLst>
              <a:ext uri="{FF2B5EF4-FFF2-40B4-BE49-F238E27FC236}">
                <a16:creationId xmlns:a16="http://schemas.microsoft.com/office/drawing/2014/main" id="{44589312-AA02-1D14-0C30-E58DBBB8421C}"/>
              </a:ext>
            </a:extLst>
          </p:cNvPr>
          <p:cNvCxnSpPr>
            <a:cxnSpLocks/>
            <a:stCxn id="58" idx="2"/>
            <a:endCxn id="65" idx="0"/>
          </p:cNvCxnSpPr>
          <p:nvPr/>
        </p:nvCxnSpPr>
        <p:spPr>
          <a:xfrm>
            <a:off x="6084535" y="2639679"/>
            <a:ext cx="3019603" cy="20315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0149DEC2-E06A-7F8E-84E7-A41C86E8B4E6}"/>
              </a:ext>
            </a:extLst>
          </p:cNvPr>
          <p:cNvCxnSpPr>
            <a:stCxn id="58" idx="2"/>
            <a:endCxn id="63" idx="0"/>
          </p:cNvCxnSpPr>
          <p:nvPr/>
        </p:nvCxnSpPr>
        <p:spPr>
          <a:xfrm>
            <a:off x="6084535" y="2639679"/>
            <a:ext cx="4135285" cy="20344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타원 78">
            <a:extLst>
              <a:ext uri="{FF2B5EF4-FFF2-40B4-BE49-F238E27FC236}">
                <a16:creationId xmlns:a16="http://schemas.microsoft.com/office/drawing/2014/main" id="{A1C2CC3A-20D8-1C0D-015D-C5BF5B4590D3}"/>
              </a:ext>
            </a:extLst>
          </p:cNvPr>
          <p:cNvSpPr/>
          <p:nvPr/>
        </p:nvSpPr>
        <p:spPr>
          <a:xfrm>
            <a:off x="5758009" y="3378281"/>
            <a:ext cx="230038" cy="220126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타원 80">
            <a:extLst>
              <a:ext uri="{FF2B5EF4-FFF2-40B4-BE49-F238E27FC236}">
                <a16:creationId xmlns:a16="http://schemas.microsoft.com/office/drawing/2014/main" id="{8BA15450-475A-9BB2-A4C8-574264948EE3}"/>
              </a:ext>
            </a:extLst>
          </p:cNvPr>
          <p:cNvSpPr/>
          <p:nvPr/>
        </p:nvSpPr>
        <p:spPr>
          <a:xfrm>
            <a:off x="6349477" y="3602474"/>
            <a:ext cx="230038" cy="220126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타원 82">
            <a:extLst>
              <a:ext uri="{FF2B5EF4-FFF2-40B4-BE49-F238E27FC236}">
                <a16:creationId xmlns:a16="http://schemas.microsoft.com/office/drawing/2014/main" id="{7106F771-5189-230C-3D52-969842AC3CD9}"/>
              </a:ext>
            </a:extLst>
          </p:cNvPr>
          <p:cNvSpPr/>
          <p:nvPr/>
        </p:nvSpPr>
        <p:spPr>
          <a:xfrm>
            <a:off x="7111435" y="3646843"/>
            <a:ext cx="230038" cy="220126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타원 84">
            <a:extLst>
              <a:ext uri="{FF2B5EF4-FFF2-40B4-BE49-F238E27FC236}">
                <a16:creationId xmlns:a16="http://schemas.microsoft.com/office/drawing/2014/main" id="{8C063434-098C-6EC8-D266-9D442C348513}"/>
              </a:ext>
            </a:extLst>
          </p:cNvPr>
          <p:cNvSpPr/>
          <p:nvPr/>
        </p:nvSpPr>
        <p:spPr>
          <a:xfrm>
            <a:off x="8143773" y="3910318"/>
            <a:ext cx="230038" cy="220126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타원 86">
            <a:extLst>
              <a:ext uri="{FF2B5EF4-FFF2-40B4-BE49-F238E27FC236}">
                <a16:creationId xmlns:a16="http://schemas.microsoft.com/office/drawing/2014/main" id="{0DD8D3DE-F896-6724-5A38-94C013FFFBDD}"/>
              </a:ext>
            </a:extLst>
          </p:cNvPr>
          <p:cNvSpPr/>
          <p:nvPr/>
        </p:nvSpPr>
        <p:spPr>
          <a:xfrm>
            <a:off x="8258792" y="3369498"/>
            <a:ext cx="230038" cy="220126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4" name="직선 화살표 연결선 93">
            <a:extLst>
              <a:ext uri="{FF2B5EF4-FFF2-40B4-BE49-F238E27FC236}">
                <a16:creationId xmlns:a16="http://schemas.microsoft.com/office/drawing/2014/main" id="{40B2F2CF-AC1D-7012-F713-8FF0204D4A4D}"/>
              </a:ext>
            </a:extLst>
          </p:cNvPr>
          <p:cNvCxnSpPr>
            <a:stCxn id="79" idx="4"/>
          </p:cNvCxnSpPr>
          <p:nvPr/>
        </p:nvCxnSpPr>
        <p:spPr>
          <a:xfrm flipH="1">
            <a:off x="5826099" y="3598407"/>
            <a:ext cx="46929" cy="3119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직선 화살표 연결선 95">
            <a:extLst>
              <a:ext uri="{FF2B5EF4-FFF2-40B4-BE49-F238E27FC236}">
                <a16:creationId xmlns:a16="http://schemas.microsoft.com/office/drawing/2014/main" id="{860A5734-CAA5-90C3-5AD5-D211C9D2B898}"/>
              </a:ext>
            </a:extLst>
          </p:cNvPr>
          <p:cNvCxnSpPr>
            <a:stCxn id="81" idx="4"/>
          </p:cNvCxnSpPr>
          <p:nvPr/>
        </p:nvCxnSpPr>
        <p:spPr>
          <a:xfrm>
            <a:off x="6464496" y="3822600"/>
            <a:ext cx="115019" cy="3468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직선 화살표 연결선 97">
            <a:extLst>
              <a:ext uri="{FF2B5EF4-FFF2-40B4-BE49-F238E27FC236}">
                <a16:creationId xmlns:a16="http://schemas.microsoft.com/office/drawing/2014/main" id="{85119255-EB20-4D58-9674-4DB01F0E9D87}"/>
              </a:ext>
            </a:extLst>
          </p:cNvPr>
          <p:cNvCxnSpPr>
            <a:stCxn id="83" idx="5"/>
          </p:cNvCxnSpPr>
          <p:nvPr/>
        </p:nvCxnSpPr>
        <p:spPr>
          <a:xfrm>
            <a:off x="7307785" y="3834732"/>
            <a:ext cx="286551" cy="2957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직선 화살표 연결선 99">
            <a:extLst>
              <a:ext uri="{FF2B5EF4-FFF2-40B4-BE49-F238E27FC236}">
                <a16:creationId xmlns:a16="http://schemas.microsoft.com/office/drawing/2014/main" id="{31B4D18F-E145-BC33-6D92-57A970096E49}"/>
              </a:ext>
            </a:extLst>
          </p:cNvPr>
          <p:cNvCxnSpPr>
            <a:stCxn id="85" idx="5"/>
          </p:cNvCxnSpPr>
          <p:nvPr/>
        </p:nvCxnSpPr>
        <p:spPr>
          <a:xfrm>
            <a:off x="8340123" y="4098207"/>
            <a:ext cx="309690" cy="1209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직선 화살표 연결선 101">
            <a:extLst>
              <a:ext uri="{FF2B5EF4-FFF2-40B4-BE49-F238E27FC236}">
                <a16:creationId xmlns:a16="http://schemas.microsoft.com/office/drawing/2014/main" id="{E49DB0D0-576B-B6E5-8B2C-45A58CC30180}"/>
              </a:ext>
            </a:extLst>
          </p:cNvPr>
          <p:cNvCxnSpPr>
            <a:stCxn id="87" idx="6"/>
          </p:cNvCxnSpPr>
          <p:nvPr/>
        </p:nvCxnSpPr>
        <p:spPr>
          <a:xfrm>
            <a:off x="8488830" y="3479561"/>
            <a:ext cx="275608" cy="1672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58F2EB13-A9F7-EE2A-FBDD-29A61E5EF861}"/>
              </a:ext>
            </a:extLst>
          </p:cNvPr>
          <p:cNvSpPr txBox="1"/>
          <p:nvPr/>
        </p:nvSpPr>
        <p:spPr>
          <a:xfrm>
            <a:off x="5326618" y="3510756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/>
              <a:t>Enable </a:t>
            </a:r>
          </a:p>
          <a:p>
            <a:r>
              <a:rPr lang="en-US" altLang="ko-KR" sz="700" b="1" dirty="0"/>
              <a:t>Disable</a:t>
            </a:r>
            <a:endParaRPr lang="ko-KR" altLang="en-US" sz="700" b="1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DEA0BC9B-2D86-0409-163D-210B00D1B93A}"/>
              </a:ext>
            </a:extLst>
          </p:cNvPr>
          <p:cNvSpPr txBox="1"/>
          <p:nvPr/>
        </p:nvSpPr>
        <p:spPr>
          <a:xfrm>
            <a:off x="6064674" y="3835226"/>
            <a:ext cx="49404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/>
              <a:t>Trigger</a:t>
            </a:r>
            <a:endParaRPr lang="ko-KR" altLang="en-US" sz="700" b="1" dirty="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CC4776FE-5536-77B0-1D43-A6AA26FF67BA}"/>
              </a:ext>
            </a:extLst>
          </p:cNvPr>
          <p:cNvSpPr txBox="1"/>
          <p:nvPr/>
        </p:nvSpPr>
        <p:spPr>
          <a:xfrm>
            <a:off x="6991960" y="3974956"/>
            <a:ext cx="49404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/>
              <a:t>Trigger</a:t>
            </a:r>
            <a:endParaRPr lang="ko-KR" altLang="en-US" sz="700" b="1" dirty="0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18E46B19-9F40-9FEA-CA9E-1B2113BC0FF5}"/>
              </a:ext>
            </a:extLst>
          </p:cNvPr>
          <p:cNvSpPr txBox="1"/>
          <p:nvPr/>
        </p:nvSpPr>
        <p:spPr>
          <a:xfrm>
            <a:off x="8022288" y="4161245"/>
            <a:ext cx="4956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/>
              <a:t>Enable</a:t>
            </a:r>
          </a:p>
          <a:p>
            <a:r>
              <a:rPr lang="en-US" altLang="ko-KR" sz="700" b="1" dirty="0"/>
              <a:t>Disable</a:t>
            </a:r>
            <a:endParaRPr lang="ko-KR" altLang="en-US" sz="700" b="1" dirty="0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4FAC1895-A9DB-65C9-5EDC-46A50506D716}"/>
              </a:ext>
            </a:extLst>
          </p:cNvPr>
          <p:cNvSpPr txBox="1"/>
          <p:nvPr/>
        </p:nvSpPr>
        <p:spPr>
          <a:xfrm>
            <a:off x="8468168" y="3129395"/>
            <a:ext cx="60625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/>
              <a:t>On</a:t>
            </a:r>
          </a:p>
          <a:p>
            <a:r>
              <a:rPr lang="en-US" altLang="ko-KR" sz="700" b="1" dirty="0"/>
              <a:t>Off</a:t>
            </a:r>
          </a:p>
          <a:p>
            <a:r>
              <a:rPr lang="en-US" altLang="ko-KR" sz="700" b="1" dirty="0"/>
              <a:t>Power Up</a:t>
            </a:r>
            <a:endParaRPr lang="ko-KR" altLang="en-US" sz="700" b="1" dirty="0"/>
          </a:p>
        </p:txBody>
      </p:sp>
      <p:sp>
        <p:nvSpPr>
          <p:cNvPr id="114" name="순서도: 종속 처리 113">
            <a:extLst>
              <a:ext uri="{FF2B5EF4-FFF2-40B4-BE49-F238E27FC236}">
                <a16:creationId xmlns:a16="http://schemas.microsoft.com/office/drawing/2014/main" id="{C4DFC576-6EF3-2189-5ED8-021B2EA63F1C}"/>
              </a:ext>
            </a:extLst>
          </p:cNvPr>
          <p:cNvSpPr/>
          <p:nvPr/>
        </p:nvSpPr>
        <p:spPr>
          <a:xfrm>
            <a:off x="6986012" y="5730126"/>
            <a:ext cx="1036276" cy="492415"/>
          </a:xfrm>
          <a:prstGeom prst="flowChartPredefinedProcess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/>
              <a:t>Motor Interface</a:t>
            </a:r>
            <a:endParaRPr lang="ko-KR" altLang="en-US" sz="700" dirty="0"/>
          </a:p>
        </p:txBody>
      </p:sp>
      <p:sp>
        <p:nvSpPr>
          <p:cNvPr id="116" name="순서도: 종속 처리 115">
            <a:extLst>
              <a:ext uri="{FF2B5EF4-FFF2-40B4-BE49-F238E27FC236}">
                <a16:creationId xmlns:a16="http://schemas.microsoft.com/office/drawing/2014/main" id="{F9B68429-2F78-7081-A35E-ADF286CF9B48}"/>
              </a:ext>
            </a:extLst>
          </p:cNvPr>
          <p:cNvSpPr/>
          <p:nvPr/>
        </p:nvSpPr>
        <p:spPr>
          <a:xfrm>
            <a:off x="9701680" y="5665640"/>
            <a:ext cx="1036277" cy="492415"/>
          </a:xfrm>
          <a:prstGeom prst="flowChartPredefinedProcess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/>
              <a:t>Cleaner Interface</a:t>
            </a:r>
            <a:endParaRPr lang="ko-KR" altLang="en-US" sz="700" dirty="0"/>
          </a:p>
        </p:txBody>
      </p:sp>
      <p:cxnSp>
        <p:nvCxnSpPr>
          <p:cNvPr id="118" name="직선 화살표 연결선 117">
            <a:extLst>
              <a:ext uri="{FF2B5EF4-FFF2-40B4-BE49-F238E27FC236}">
                <a16:creationId xmlns:a16="http://schemas.microsoft.com/office/drawing/2014/main" id="{A34D7EB4-821D-B234-CB4F-198CA6824486}"/>
              </a:ext>
            </a:extLst>
          </p:cNvPr>
          <p:cNvCxnSpPr>
            <a:stCxn id="59" idx="2"/>
            <a:endCxn id="114" idx="0"/>
          </p:cNvCxnSpPr>
          <p:nvPr/>
        </p:nvCxnSpPr>
        <p:spPr>
          <a:xfrm>
            <a:off x="5826100" y="5127669"/>
            <a:ext cx="1678050" cy="6024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직선 화살표 연결선 119">
            <a:extLst>
              <a:ext uri="{FF2B5EF4-FFF2-40B4-BE49-F238E27FC236}">
                <a16:creationId xmlns:a16="http://schemas.microsoft.com/office/drawing/2014/main" id="{7AA61FD3-FE07-76C2-7B59-74C3661DA380}"/>
              </a:ext>
            </a:extLst>
          </p:cNvPr>
          <p:cNvCxnSpPr>
            <a:stCxn id="61" idx="2"/>
            <a:endCxn id="114" idx="0"/>
          </p:cNvCxnSpPr>
          <p:nvPr/>
        </p:nvCxnSpPr>
        <p:spPr>
          <a:xfrm>
            <a:off x="6898651" y="5127669"/>
            <a:ext cx="605499" cy="6024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직선 화살표 연결선 121">
            <a:extLst>
              <a:ext uri="{FF2B5EF4-FFF2-40B4-BE49-F238E27FC236}">
                <a16:creationId xmlns:a16="http://schemas.microsoft.com/office/drawing/2014/main" id="{8F982BAE-69B3-6F4A-D80A-1B5E4AC92CE3}"/>
              </a:ext>
            </a:extLst>
          </p:cNvPr>
          <p:cNvCxnSpPr>
            <a:stCxn id="67" idx="2"/>
            <a:endCxn id="114" idx="0"/>
          </p:cNvCxnSpPr>
          <p:nvPr/>
        </p:nvCxnSpPr>
        <p:spPr>
          <a:xfrm flipH="1">
            <a:off x="7504150" y="5127669"/>
            <a:ext cx="461303" cy="6024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직선 화살표 연결선 123">
            <a:extLst>
              <a:ext uri="{FF2B5EF4-FFF2-40B4-BE49-F238E27FC236}">
                <a16:creationId xmlns:a16="http://schemas.microsoft.com/office/drawing/2014/main" id="{EF4F8F60-3850-86EA-526A-98D8AE1AEECD}"/>
              </a:ext>
            </a:extLst>
          </p:cNvPr>
          <p:cNvCxnSpPr>
            <a:stCxn id="65" idx="2"/>
            <a:endCxn id="114" idx="0"/>
          </p:cNvCxnSpPr>
          <p:nvPr/>
        </p:nvCxnSpPr>
        <p:spPr>
          <a:xfrm flipH="1">
            <a:off x="7504150" y="5127669"/>
            <a:ext cx="1599988" cy="6024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직선 화살표 연결선 125">
            <a:extLst>
              <a:ext uri="{FF2B5EF4-FFF2-40B4-BE49-F238E27FC236}">
                <a16:creationId xmlns:a16="http://schemas.microsoft.com/office/drawing/2014/main" id="{7D4415F5-E9E4-84EA-1082-B36F19D537C9}"/>
              </a:ext>
            </a:extLst>
          </p:cNvPr>
          <p:cNvCxnSpPr>
            <a:stCxn id="63" idx="2"/>
            <a:endCxn id="116" idx="0"/>
          </p:cNvCxnSpPr>
          <p:nvPr/>
        </p:nvCxnSpPr>
        <p:spPr>
          <a:xfrm flipH="1">
            <a:off x="10219819" y="5130542"/>
            <a:ext cx="1" cy="5350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타원 127">
            <a:extLst>
              <a:ext uri="{FF2B5EF4-FFF2-40B4-BE49-F238E27FC236}">
                <a16:creationId xmlns:a16="http://schemas.microsoft.com/office/drawing/2014/main" id="{97B417E9-42AC-BE01-78F7-C37FA7A34509}"/>
              </a:ext>
            </a:extLst>
          </p:cNvPr>
          <p:cNvSpPr/>
          <p:nvPr/>
        </p:nvSpPr>
        <p:spPr>
          <a:xfrm>
            <a:off x="6120837" y="5434570"/>
            <a:ext cx="186908" cy="17885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2" name="타원 131">
            <a:extLst>
              <a:ext uri="{FF2B5EF4-FFF2-40B4-BE49-F238E27FC236}">
                <a16:creationId xmlns:a16="http://schemas.microsoft.com/office/drawing/2014/main" id="{AE55F3FA-16FD-20C1-47CB-FF0794681629}"/>
              </a:ext>
            </a:extLst>
          </p:cNvPr>
          <p:cNvSpPr/>
          <p:nvPr/>
        </p:nvSpPr>
        <p:spPr>
          <a:xfrm>
            <a:off x="6847910" y="5195022"/>
            <a:ext cx="186908" cy="17885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4" name="타원 133">
            <a:extLst>
              <a:ext uri="{FF2B5EF4-FFF2-40B4-BE49-F238E27FC236}">
                <a16:creationId xmlns:a16="http://schemas.microsoft.com/office/drawing/2014/main" id="{92B7C536-EE02-F1F8-04E4-926C4E1C4426}"/>
              </a:ext>
            </a:extLst>
          </p:cNvPr>
          <p:cNvSpPr/>
          <p:nvPr/>
        </p:nvSpPr>
        <p:spPr>
          <a:xfrm>
            <a:off x="8249450" y="5259073"/>
            <a:ext cx="186908" cy="17885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6" name="타원 135">
            <a:extLst>
              <a:ext uri="{FF2B5EF4-FFF2-40B4-BE49-F238E27FC236}">
                <a16:creationId xmlns:a16="http://schemas.microsoft.com/office/drawing/2014/main" id="{11A0DB46-7484-33FD-1C53-815629F21937}"/>
              </a:ext>
            </a:extLst>
          </p:cNvPr>
          <p:cNvSpPr/>
          <p:nvPr/>
        </p:nvSpPr>
        <p:spPr>
          <a:xfrm>
            <a:off x="7544404" y="5235080"/>
            <a:ext cx="186908" cy="17885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8" name="타원 137">
            <a:extLst>
              <a:ext uri="{FF2B5EF4-FFF2-40B4-BE49-F238E27FC236}">
                <a16:creationId xmlns:a16="http://schemas.microsoft.com/office/drawing/2014/main" id="{F77B076A-ACC1-32B0-ACCA-ECBC0035C3E8}"/>
              </a:ext>
            </a:extLst>
          </p:cNvPr>
          <p:cNvSpPr/>
          <p:nvPr/>
        </p:nvSpPr>
        <p:spPr>
          <a:xfrm>
            <a:off x="10291980" y="5261152"/>
            <a:ext cx="186908" cy="17885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0" name="직선 화살표 연결선 139">
            <a:extLst>
              <a:ext uri="{FF2B5EF4-FFF2-40B4-BE49-F238E27FC236}">
                <a16:creationId xmlns:a16="http://schemas.microsoft.com/office/drawing/2014/main" id="{243EC4FF-61CD-01DA-799A-C85F068E1950}"/>
              </a:ext>
            </a:extLst>
          </p:cNvPr>
          <p:cNvCxnSpPr>
            <a:stCxn id="128" idx="6"/>
          </p:cNvCxnSpPr>
          <p:nvPr/>
        </p:nvCxnSpPr>
        <p:spPr>
          <a:xfrm>
            <a:off x="6307745" y="5523997"/>
            <a:ext cx="214260" cy="1416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직선 화살표 연결선 141">
            <a:extLst>
              <a:ext uri="{FF2B5EF4-FFF2-40B4-BE49-F238E27FC236}">
                <a16:creationId xmlns:a16="http://schemas.microsoft.com/office/drawing/2014/main" id="{65C188F3-1624-3A8D-6280-07CA9222112F}"/>
              </a:ext>
            </a:extLst>
          </p:cNvPr>
          <p:cNvCxnSpPr>
            <a:stCxn id="132" idx="5"/>
          </p:cNvCxnSpPr>
          <p:nvPr/>
        </p:nvCxnSpPr>
        <p:spPr>
          <a:xfrm>
            <a:off x="7007446" y="5347683"/>
            <a:ext cx="193954" cy="1763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직선 화살표 연결선 143">
            <a:extLst>
              <a:ext uri="{FF2B5EF4-FFF2-40B4-BE49-F238E27FC236}">
                <a16:creationId xmlns:a16="http://schemas.microsoft.com/office/drawing/2014/main" id="{957CA887-6997-B4B4-FE89-65CA33D1582C}"/>
              </a:ext>
            </a:extLst>
          </p:cNvPr>
          <p:cNvCxnSpPr>
            <a:stCxn id="136" idx="3"/>
          </p:cNvCxnSpPr>
          <p:nvPr/>
        </p:nvCxnSpPr>
        <p:spPr>
          <a:xfrm flipH="1">
            <a:off x="7544404" y="5387741"/>
            <a:ext cx="27372" cy="2070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직선 화살표 연결선 145">
            <a:extLst>
              <a:ext uri="{FF2B5EF4-FFF2-40B4-BE49-F238E27FC236}">
                <a16:creationId xmlns:a16="http://schemas.microsoft.com/office/drawing/2014/main" id="{D0E431CA-3876-AF36-315D-C78CFB8D22FB}"/>
              </a:ext>
            </a:extLst>
          </p:cNvPr>
          <p:cNvCxnSpPr>
            <a:stCxn id="134" idx="2"/>
          </p:cNvCxnSpPr>
          <p:nvPr/>
        </p:nvCxnSpPr>
        <p:spPr>
          <a:xfrm flipH="1">
            <a:off x="7929563" y="5348500"/>
            <a:ext cx="319887" cy="1754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직선 화살표 연결선 147">
            <a:extLst>
              <a:ext uri="{FF2B5EF4-FFF2-40B4-BE49-F238E27FC236}">
                <a16:creationId xmlns:a16="http://schemas.microsoft.com/office/drawing/2014/main" id="{FF4E331A-8E8D-61D0-F0B9-1B749F7DE7F2}"/>
              </a:ext>
            </a:extLst>
          </p:cNvPr>
          <p:cNvCxnSpPr>
            <a:stCxn id="138" idx="4"/>
          </p:cNvCxnSpPr>
          <p:nvPr/>
        </p:nvCxnSpPr>
        <p:spPr>
          <a:xfrm>
            <a:off x="10385434" y="5440006"/>
            <a:ext cx="0" cy="1734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TextBox 148">
            <a:extLst>
              <a:ext uri="{FF2B5EF4-FFF2-40B4-BE49-F238E27FC236}">
                <a16:creationId xmlns:a16="http://schemas.microsoft.com/office/drawing/2014/main" id="{06EE160F-A89D-D057-0761-F49C18DECC18}"/>
              </a:ext>
            </a:extLst>
          </p:cNvPr>
          <p:cNvSpPr txBox="1"/>
          <p:nvPr/>
        </p:nvSpPr>
        <p:spPr>
          <a:xfrm>
            <a:off x="10385433" y="5316532"/>
            <a:ext cx="49885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500" b="1" dirty="0"/>
              <a:t>Cleaner</a:t>
            </a:r>
          </a:p>
          <a:p>
            <a:pPr algn="ctr"/>
            <a:r>
              <a:rPr lang="en-US" altLang="ko-KR" sz="500" b="1" dirty="0"/>
              <a:t>Command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D125334C-6804-562A-5F8B-406FEE4B627A}"/>
              </a:ext>
            </a:extLst>
          </p:cNvPr>
          <p:cNvSpPr txBox="1"/>
          <p:nvPr/>
        </p:nvSpPr>
        <p:spPr>
          <a:xfrm>
            <a:off x="6447454" y="5189619"/>
            <a:ext cx="49885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500" b="1" dirty="0"/>
              <a:t>Motor </a:t>
            </a:r>
          </a:p>
          <a:p>
            <a:pPr algn="ctr"/>
            <a:r>
              <a:rPr lang="en-US" altLang="ko-KR" sz="500" b="1" dirty="0"/>
              <a:t>Command</a:t>
            </a:r>
            <a:endParaRPr lang="ko-KR" altLang="en-US" sz="500" b="1" dirty="0"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F3B7E935-514A-5C6F-38D2-F3C5D4CD9903}"/>
              </a:ext>
            </a:extLst>
          </p:cNvPr>
          <p:cNvSpPr txBox="1"/>
          <p:nvPr/>
        </p:nvSpPr>
        <p:spPr>
          <a:xfrm>
            <a:off x="7153053" y="5197640"/>
            <a:ext cx="49885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500" b="1" dirty="0"/>
              <a:t>Motor </a:t>
            </a:r>
          </a:p>
          <a:p>
            <a:pPr algn="ctr"/>
            <a:r>
              <a:rPr lang="en-US" altLang="ko-KR" sz="500" b="1" dirty="0"/>
              <a:t>Command</a:t>
            </a:r>
            <a:endParaRPr lang="ko-KR" altLang="en-US" sz="500" b="1" dirty="0"/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9927DF47-4B61-AE43-B680-BCEA61BDD47B}"/>
              </a:ext>
            </a:extLst>
          </p:cNvPr>
          <p:cNvSpPr txBox="1"/>
          <p:nvPr/>
        </p:nvSpPr>
        <p:spPr>
          <a:xfrm>
            <a:off x="8049365" y="5460916"/>
            <a:ext cx="49885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500" b="1" dirty="0"/>
              <a:t>Motor </a:t>
            </a:r>
          </a:p>
          <a:p>
            <a:pPr algn="ctr"/>
            <a:r>
              <a:rPr lang="en-US" altLang="ko-KR" sz="500" b="1" dirty="0"/>
              <a:t>Command</a:t>
            </a:r>
            <a:endParaRPr lang="ko-KR" altLang="en-US" sz="500" b="1" dirty="0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883153AD-39D5-D737-21E8-8480CD40A848}"/>
              </a:ext>
            </a:extLst>
          </p:cNvPr>
          <p:cNvSpPr txBox="1"/>
          <p:nvPr/>
        </p:nvSpPr>
        <p:spPr>
          <a:xfrm>
            <a:off x="5865068" y="5759770"/>
            <a:ext cx="713657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500" b="1" dirty="0"/>
              <a:t>Motor</a:t>
            </a:r>
            <a:r>
              <a:rPr lang="ko-KR" altLang="en-US" sz="500" b="1" dirty="0"/>
              <a:t> </a:t>
            </a:r>
            <a:r>
              <a:rPr lang="en-US" altLang="ko-KR" sz="500" b="1" dirty="0"/>
              <a:t>Command</a:t>
            </a:r>
            <a:endParaRPr lang="ko-KR" altLang="en-US" sz="500" b="1" dirty="0"/>
          </a:p>
        </p:txBody>
      </p:sp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BBDF1715-46B3-5001-7863-F86081F257D6}"/>
              </a:ext>
            </a:extLst>
          </p:cNvPr>
          <p:cNvSpPr/>
          <p:nvPr/>
        </p:nvSpPr>
        <p:spPr>
          <a:xfrm>
            <a:off x="4854803" y="1940945"/>
            <a:ext cx="2131203" cy="838016"/>
          </a:xfrm>
          <a:custGeom>
            <a:avLst/>
            <a:gdLst>
              <a:gd name="csX0" fmla="*/ 0 w 2080196"/>
              <a:gd name="csY0" fmla="*/ 0 h 723917"/>
              <a:gd name="csX1" fmla="*/ 443060 w 2080196"/>
              <a:gd name="csY1" fmla="*/ 697584 h 723917"/>
              <a:gd name="csX2" fmla="*/ 1951349 w 2080196"/>
              <a:gd name="csY2" fmla="*/ 575035 h 723917"/>
              <a:gd name="csX3" fmla="*/ 1998483 w 2080196"/>
              <a:gd name="csY3" fmla="*/ 556182 h 72391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080196" h="723917">
                <a:moveTo>
                  <a:pt x="0" y="0"/>
                </a:moveTo>
                <a:cubicBezTo>
                  <a:pt x="58917" y="300872"/>
                  <a:pt x="117835" y="601745"/>
                  <a:pt x="443060" y="697584"/>
                </a:cubicBezTo>
                <a:cubicBezTo>
                  <a:pt x="768285" y="793423"/>
                  <a:pt x="1692112" y="598602"/>
                  <a:pt x="1951349" y="575035"/>
                </a:cubicBezTo>
                <a:cubicBezTo>
                  <a:pt x="2210586" y="551468"/>
                  <a:pt x="1998483" y="556182"/>
                  <a:pt x="1998483" y="556182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FDE718CB-3AA0-04CE-A83C-59BB9D810F6F}"/>
              </a:ext>
            </a:extLst>
          </p:cNvPr>
          <p:cNvCxnSpPr>
            <a:stCxn id="6" idx="3"/>
          </p:cNvCxnSpPr>
          <p:nvPr/>
        </p:nvCxnSpPr>
        <p:spPr>
          <a:xfrm flipV="1">
            <a:off x="6902289" y="2545237"/>
            <a:ext cx="299111" cy="395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5107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60</Words>
  <Application>Microsoft Office PowerPoint</Application>
  <PresentationFormat>와이드스크린</PresentationFormat>
  <Paragraphs>38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영찬 함</dc:creator>
  <cp:lastModifiedBy>함영찬</cp:lastModifiedBy>
  <cp:revision>3</cp:revision>
  <dcterms:created xsi:type="dcterms:W3CDTF">2026-10-02T02:10:03Z</dcterms:created>
  <dcterms:modified xsi:type="dcterms:W3CDTF">2026-10-04T14:29:04Z</dcterms:modified>
</cp:coreProperties>
</file>